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49F85-B569-4F30-87AB-7F31ABB7C381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1F714-E1D2-4260-B3C2-BD42AD5092B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GEORGIOS SALIARHS</dc:creator>
  <cp:lastModifiedBy>GEORGIOS SALIARHS</cp:lastModifiedBy>
  <cp:revision>1</cp:revision>
  <dcterms:created xsi:type="dcterms:W3CDTF">2025-06-22T13:17:22Z</dcterms:created>
  <dcterms:modified xsi:type="dcterms:W3CDTF">2025-06-22T13:18:04Z</dcterms:modified>
</cp:coreProperties>
</file>
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Default Extension="mp4" ContentType="video/mp4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54" d="100"/>
          <a:sy n="54" d="100"/>
        </p:scale>
        <p:origin x="-730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pPr/>
              <a:t>1/15/2022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pPr/>
              <a:t>1/15/2022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pPr/>
              <a:t>1/15/2022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pPr/>
              <a:t>1/15/2022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pPr/>
              <a:t>1/15/2022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pPr/>
              <a:t>1/15/2022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pPr/>
              <a:t>1/15/2022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pPr/>
              <a:t>1/15/2022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l-GR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pPr/>
              <a:t>1/15/2022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pPr/>
              <a:t>1/15/2022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pPr/>
              <a:t>1/15/2022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pPr/>
              <a:t>1/15/2022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media" Target="../media/media1.mp4"/><Relationship Id="rId2" Type="http://schemas.openxmlformats.org/officeDocument/2006/relationships/slideLayout" Target="../slideLayouts/slideLayout2.xml"/><Relationship Id="rId1" Type="http://schemas.openxmlformats.org/officeDocument/2006/relationships/video" Target="NULL" TargetMode="Externa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xmlns="" id="{3A0BA69D-2A83-41C4-B7B7-498C08FC7F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1808" y="1160440"/>
            <a:ext cx="5518066" cy="2268559"/>
          </a:xfrm>
        </p:spPr>
        <p:txBody>
          <a:bodyPr/>
          <a:lstStyle/>
          <a:p>
            <a:pPr algn="ctr"/>
            <a:r>
              <a:rPr lang="en-US" dirty="0"/>
              <a:t>FROGGER</a:t>
            </a: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xmlns="" id="{93C93AA3-7D86-4EA0-A1BB-A9B0A1CE90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2041" y="62482"/>
            <a:ext cx="5357600" cy="1160213"/>
          </a:xfrm>
        </p:spPr>
        <p:txBody>
          <a:bodyPr/>
          <a:lstStyle/>
          <a:p>
            <a:pPr algn="ctr"/>
            <a:r>
              <a:rPr lang="el-GR" dirty="0"/>
              <a:t>Εργαστηριακή Ομάδα 60</a:t>
            </a:r>
            <a:endParaRPr lang="en-US" dirty="0"/>
          </a:p>
        </p:txBody>
      </p:sp>
      <p:pic>
        <p:nvPicPr>
          <p:cNvPr id="1026" name="Picture 2" descr="upload.wikimedia.org/wikipedia/commons/thumb/8/...">
            <a:extLst>
              <a:ext uri="{FF2B5EF4-FFF2-40B4-BE49-F238E27FC236}">
                <a16:creationId xmlns:a16="http://schemas.microsoft.com/office/drawing/2014/main" xmlns="" id="{504A8686-A824-4975-8C10-A6E0408A6D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692041" y="3428999"/>
            <a:ext cx="5437833" cy="2890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24192" y="0"/>
            <a:ext cx="3267808" cy="35696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941778" y="3473624"/>
            <a:ext cx="3250222" cy="3384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075545732"/>
      </p:ext>
    </p:extLst>
  </p:cSld>
  <p:clrMapOvr>
    <a:masterClrMapping/>
  </p:clrMapOvr>
  <p:transition>
    <p:newsflash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xmlns="" id="{7297235F-1A23-422F-BBC5-0D717ED42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7" y="240094"/>
            <a:ext cx="7958331" cy="1077229"/>
          </a:xfrm>
        </p:spPr>
        <p:txBody>
          <a:bodyPr/>
          <a:lstStyle/>
          <a:p>
            <a:pPr algn="ctr"/>
            <a:r>
              <a:rPr lang="el-GR" dirty="0"/>
              <a:t>Η Ομάδα</a:t>
            </a:r>
            <a:endParaRPr lang="en-US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xmlns="" id="{8C4C71EA-3C43-4005-B18C-7BA23F7C7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2702" y="-282420"/>
            <a:ext cx="7796540" cy="3997828"/>
          </a:xfrm>
        </p:spPr>
        <p:txBody>
          <a:bodyPr/>
          <a:lstStyle/>
          <a:p>
            <a:pPr marL="0" indent="0">
              <a:buNone/>
            </a:pPr>
            <a:r>
              <a:rPr lang="el-GR" dirty="0"/>
              <a:t>Η ομάδα μας δεν κατάφερε να </a:t>
            </a:r>
            <a:r>
              <a:rPr lang="el-GR" dirty="0" err="1"/>
              <a:t>βρεί</a:t>
            </a:r>
            <a:r>
              <a:rPr lang="el-GR" dirty="0"/>
              <a:t> όλα τα μέλη της με αποτέλεσμα να δουλέψουν μόνο τα 4 από τα 6 άτομα. Συγκεκριμένα, χάρη στον Σαλιάρη Γεώργιο , ο οποίος συντόνισε εξ ολοκλήρου την ομάδα ως προς το τελικό αποτέλεσμα, καταφέραμε να συγκεντρωθούμε και να συνεργαστούμε μέσω της εφαρμογής </a:t>
            </a:r>
            <a:r>
              <a:rPr lang="en-US" dirty="0"/>
              <a:t>discord.</a:t>
            </a:r>
          </a:p>
        </p:txBody>
      </p:sp>
      <p:pic>
        <p:nvPicPr>
          <p:cNvPr id="8" name="Εικόνα 7">
            <a:extLst>
              <a:ext uri="{FF2B5EF4-FFF2-40B4-BE49-F238E27FC236}">
                <a16:creationId xmlns:a16="http://schemas.microsoft.com/office/drawing/2014/main" xmlns="" id="{15CF414C-A461-47EF-AED8-2868B9F32136}"/>
              </a:ext>
            </a:extLst>
          </p:cNvPr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-150433" y="2811511"/>
            <a:ext cx="6246433" cy="4205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Εικόνα 8">
            <a:extLst>
              <a:ext uri="{FF2B5EF4-FFF2-40B4-BE49-F238E27FC236}">
                <a16:creationId xmlns:a16="http://schemas.microsoft.com/office/drawing/2014/main" xmlns="" id="{189A3B57-0FCC-4DB2-9961-060C2B9B3BE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682343" y="2810174"/>
            <a:ext cx="6751081" cy="42085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3854792676"/>
      </p:ext>
    </p:extLst>
  </p:cSld>
  <p:clrMapOvr>
    <a:masterClrMapping/>
  </p:clrMapOvr>
  <p:transition>
    <p:strips dir="r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xmlns="" id="{70A7CD6B-1C4C-47B6-9BA8-870626493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7" y="374318"/>
            <a:ext cx="7958331" cy="1077229"/>
          </a:xfrm>
        </p:spPr>
        <p:txBody>
          <a:bodyPr/>
          <a:lstStyle/>
          <a:p>
            <a:pPr algn="ctr"/>
            <a:r>
              <a:rPr lang="el-GR" dirty="0"/>
              <a:t>Το θέμα της εργασίας</a:t>
            </a:r>
            <a:endParaRPr lang="en-US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xmlns="" id="{53AE7972-9B1C-42A8-B4C2-9544995CE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2702" y="-112243"/>
            <a:ext cx="7796540" cy="3997828"/>
          </a:xfrm>
        </p:spPr>
        <p:txBody>
          <a:bodyPr/>
          <a:lstStyle/>
          <a:p>
            <a:pPr marL="0" indent="0">
              <a:buNone/>
            </a:pPr>
            <a:r>
              <a:rPr lang="el-GR" dirty="0"/>
              <a:t>Το θέμα της εργασίας ήταν να φτιάξουμε το παιχνίδι </a:t>
            </a:r>
            <a:r>
              <a:rPr lang="en-US" dirty="0"/>
              <a:t>frogger </a:t>
            </a:r>
            <a:r>
              <a:rPr lang="el-GR" dirty="0"/>
              <a:t>χρησιμοποιώντας την βιβλιοθήκη </a:t>
            </a:r>
            <a:r>
              <a:rPr lang="en-US" dirty="0"/>
              <a:t>turtle. </a:t>
            </a:r>
            <a:r>
              <a:rPr lang="el-GR" dirty="0"/>
              <a:t>Το παιχνίδι έχει αρκετά απλό σκοπό, πρέπει να περάσεις τα εμπόδια και να πας τους βάτραχους στα σπίτια τους. Η βιβλιοθήκη </a:t>
            </a:r>
            <a:r>
              <a:rPr lang="en-US" dirty="0"/>
              <a:t>turtle </a:t>
            </a:r>
            <a:r>
              <a:rPr lang="el-GR" dirty="0"/>
              <a:t>είναι μια γραφιστική βιβλιοθήκη (π.χ. </a:t>
            </a:r>
            <a:r>
              <a:rPr lang="en-US" dirty="0" err="1"/>
              <a:t>Tkinter</a:t>
            </a:r>
            <a:r>
              <a:rPr lang="en-US" dirty="0"/>
              <a:t>) </a:t>
            </a:r>
            <a:r>
              <a:rPr lang="el-GR" dirty="0"/>
              <a:t>.</a:t>
            </a:r>
            <a:endParaRPr lang="en-US" dirty="0"/>
          </a:p>
        </p:txBody>
      </p:sp>
      <p:pic>
        <p:nvPicPr>
          <p:cNvPr id="2050" name="Picture 2" descr="Frogger - Wikipedia">
            <a:extLst>
              <a:ext uri="{FF2B5EF4-FFF2-40B4-BE49-F238E27FC236}">
                <a16:creationId xmlns:a16="http://schemas.microsoft.com/office/drawing/2014/main" xmlns="" id="{8FA79692-6A8F-4C68-849A-5923F5AF5E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363714" y="2861315"/>
            <a:ext cx="5464572" cy="3909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157843467"/>
      </p:ext>
    </p:extLst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xmlns="" id="{926018B6-BEF0-4E12-B6CA-2AB66D9E3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7" y="271160"/>
            <a:ext cx="7958331" cy="1077229"/>
          </a:xfrm>
        </p:spPr>
        <p:txBody>
          <a:bodyPr/>
          <a:lstStyle/>
          <a:p>
            <a:pPr algn="ctr"/>
            <a:r>
              <a:rPr lang="el-GR" dirty="0"/>
              <a:t>Το </a:t>
            </a:r>
            <a:r>
              <a:rPr lang="en-US" dirty="0"/>
              <a:t>Menu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xmlns="" id="{0A9D81CC-2809-4ED3-B7E8-30E3E3243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2703" y="-112244"/>
            <a:ext cx="7796540" cy="3997828"/>
          </a:xfrm>
        </p:spPr>
        <p:txBody>
          <a:bodyPr/>
          <a:lstStyle/>
          <a:p>
            <a:pPr marL="0" indent="0">
              <a:buNone/>
            </a:pPr>
            <a:r>
              <a:rPr lang="el-GR" dirty="0"/>
              <a:t>Μια βασική ιδέα που υλοποιήθηκε για την εργασία μας είναι να έχουμε ένα αρχικό </a:t>
            </a:r>
            <a:r>
              <a:rPr lang="en-US" dirty="0"/>
              <a:t>menu </a:t>
            </a:r>
            <a:r>
              <a:rPr lang="el-GR" dirty="0"/>
              <a:t>με το οποίο θα μπαίνεις στο κεντρικό πρόγραμμα. Μιας και μας φάνηκε απαραίτητο, το </a:t>
            </a:r>
            <a:r>
              <a:rPr lang="en-US" dirty="0"/>
              <a:t>menu </a:t>
            </a:r>
            <a:r>
              <a:rPr lang="el-GR" dirty="0"/>
              <a:t>δημιουργήθηκε από τον </a:t>
            </a:r>
            <a:r>
              <a:rPr lang="el-GR" dirty="0" err="1"/>
              <a:t>Χατζηιωάννου</a:t>
            </a:r>
            <a:r>
              <a:rPr lang="el-GR" dirty="0"/>
              <a:t> Φώτη χρησιμοποιώντας της </a:t>
            </a:r>
            <a:r>
              <a:rPr lang="en-US" dirty="0" err="1"/>
              <a:t>tkinter</a:t>
            </a:r>
            <a:r>
              <a:rPr lang="en-US" dirty="0"/>
              <a:t> </a:t>
            </a:r>
            <a:r>
              <a:rPr lang="el-GR" dirty="0"/>
              <a:t>και κατάληξε να είναι μια βασική δομή της συνολικής εικόνας του </a:t>
            </a:r>
            <a:r>
              <a:rPr lang="en-US" dirty="0"/>
              <a:t>project.</a:t>
            </a:r>
          </a:p>
        </p:txBody>
      </p:sp>
      <p:pic>
        <p:nvPicPr>
          <p:cNvPr id="4" name="Εικόνα 3">
            <a:extLst>
              <a:ext uri="{FF2B5EF4-FFF2-40B4-BE49-F238E27FC236}">
                <a16:creationId xmlns:a16="http://schemas.microsoft.com/office/drawing/2014/main" xmlns="" id="{4F63943C-9345-43A1-A77D-2B5FF4AD55C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633168" y="3033305"/>
            <a:ext cx="5915608" cy="36290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3075080566"/>
      </p:ext>
    </p:extLst>
  </p:cSld>
  <p:clrMapOvr>
    <a:masterClrMapping/>
  </p:clrMapOvr>
  <p:transition>
    <p:cover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xmlns="" id="{E66B0233-BD0C-433A-B784-8829A4979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3969" y="0"/>
            <a:ext cx="7958331" cy="1077229"/>
          </a:xfrm>
        </p:spPr>
        <p:txBody>
          <a:bodyPr/>
          <a:lstStyle/>
          <a:p>
            <a:pPr algn="ctr"/>
            <a:r>
              <a:rPr lang="el-GR" dirty="0"/>
              <a:t>Το Κυρίως Πρόγραμμα</a:t>
            </a:r>
            <a:endParaRPr lang="en-US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xmlns="" id="{BFE21109-3E2D-41C9-BADA-7668B06E6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4864" y="0"/>
            <a:ext cx="7796540" cy="3997828"/>
          </a:xfrm>
        </p:spPr>
        <p:txBody>
          <a:bodyPr/>
          <a:lstStyle/>
          <a:p>
            <a:pPr marL="0" indent="0">
              <a:buNone/>
            </a:pPr>
            <a:r>
              <a:rPr lang="el-GR" dirty="0"/>
              <a:t>Το κυρίως πρόγραμμα βασίστηκε στον κώδικα που έγραψε ο Σπίνος Κωνσταντίνος. Εφόσον είχαμε μια βασική δομή, αρχίσαμε όλα τα άτομα της ομάδας να δουλεύουμε ως προς ένα αποτέλεσμα που θα ήταν από όλους επιθυμητό. Εν τέλη είχαμε</a:t>
            </a:r>
            <a:r>
              <a:rPr lang="en-US" dirty="0"/>
              <a:t> </a:t>
            </a:r>
            <a:r>
              <a:rPr lang="el-GR" dirty="0"/>
              <a:t>φτιάξει ένα λειτουργικό </a:t>
            </a:r>
            <a:r>
              <a:rPr lang="en-US" dirty="0"/>
              <a:t>version </a:t>
            </a:r>
            <a:r>
              <a:rPr lang="el-GR" dirty="0"/>
              <a:t>του προγράμματος αλλά επειδή ήταν αρκετά απλό, αποφασίσαμε να κάνουμε από την αρχή ένα καινούριο, χωρίζοντας τις κλάσεις και γενικά των κώδικα ανάλογα με τα άτομα της ομάδας.</a:t>
            </a:r>
            <a:endParaRPr lang="en-US" dirty="0"/>
          </a:p>
        </p:txBody>
      </p:sp>
      <p:pic>
        <p:nvPicPr>
          <p:cNvPr id="4" name="Εικόνα 3">
            <a:extLst>
              <a:ext uri="{FF2B5EF4-FFF2-40B4-BE49-F238E27FC236}">
                <a16:creationId xmlns:a16="http://schemas.microsoft.com/office/drawing/2014/main" xmlns="" id="{216468FE-9C50-49E4-A853-612021E7028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183968" y="3997828"/>
            <a:ext cx="2520357" cy="269100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FF1AF08-A6D0-4358-B862-167BA8D42E4D}"/>
              </a:ext>
            </a:extLst>
          </p:cNvPr>
          <p:cNvSpPr txBox="1"/>
          <p:nvPr/>
        </p:nvSpPr>
        <p:spPr>
          <a:xfrm>
            <a:off x="2618867" y="3694922"/>
            <a:ext cx="2654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Πρώτο </a:t>
            </a:r>
            <a:r>
              <a:rPr lang="en-US" dirty="0"/>
              <a:t>Version</a:t>
            </a:r>
          </a:p>
        </p:txBody>
      </p:sp>
      <p:pic>
        <p:nvPicPr>
          <p:cNvPr id="6" name="Εικόνα 5">
            <a:extLst>
              <a:ext uri="{FF2B5EF4-FFF2-40B4-BE49-F238E27FC236}">
                <a16:creationId xmlns:a16="http://schemas.microsoft.com/office/drawing/2014/main" xmlns="" id="{4BC9BC5E-0D36-4FD5-AF83-60028FED66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165909" y="3997828"/>
            <a:ext cx="2311073" cy="268822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B81865AF-5A6E-4ED5-9294-8F885F9D095D}"/>
              </a:ext>
            </a:extLst>
          </p:cNvPr>
          <p:cNvSpPr txBox="1"/>
          <p:nvPr/>
        </p:nvSpPr>
        <p:spPr>
          <a:xfrm>
            <a:off x="7603738" y="3692975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Τελικό </a:t>
            </a:r>
            <a:r>
              <a:rPr lang="en-US" dirty="0"/>
              <a:t>Version</a:t>
            </a:r>
          </a:p>
        </p:txBody>
      </p:sp>
    </p:spTree>
    <p:extLst>
      <p:ext uri="{BB962C8B-B14F-4D97-AF65-F5344CB8AC3E}">
        <p14:creationId xmlns:p14="http://schemas.microsoft.com/office/powerpoint/2010/main" xmlns="" val="2139302421"/>
      </p:ext>
    </p:extLst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xmlns="" id="{E187FF17-12B2-44D3-BF02-11F0BF175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2703" y="53047"/>
            <a:ext cx="7958331" cy="1077229"/>
          </a:xfrm>
        </p:spPr>
        <p:txBody>
          <a:bodyPr/>
          <a:lstStyle/>
          <a:p>
            <a:pPr algn="ctr"/>
            <a:r>
              <a:rPr lang="el-GR" dirty="0"/>
              <a:t>Το Παιχνίδι</a:t>
            </a:r>
            <a:endParaRPr lang="en-US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xmlns="" id="{E5E80EFA-4CCA-47F3-91A6-4346BCB0F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3598" y="-632361"/>
            <a:ext cx="7796540" cy="3997828"/>
          </a:xfrm>
        </p:spPr>
        <p:txBody>
          <a:bodyPr/>
          <a:lstStyle/>
          <a:p>
            <a:pPr marL="0" indent="0">
              <a:buNone/>
            </a:pPr>
            <a:r>
              <a:rPr lang="el-GR" dirty="0"/>
              <a:t>Το παιχνίδι είναι αρκετά εύκολο στην λειτουργία του. Με τα βελάκια ή το </a:t>
            </a:r>
            <a:r>
              <a:rPr lang="en-US" dirty="0" err="1"/>
              <a:t>wasd</a:t>
            </a:r>
            <a:r>
              <a:rPr lang="en-US" dirty="0"/>
              <a:t> </a:t>
            </a:r>
            <a:r>
              <a:rPr lang="el-GR" dirty="0"/>
              <a:t>κουμπιά του πληκτρολογίου μετακινείς τους βάτραχους. Ο σκοπός είναι να αποφύγεις τα εμπόδια και να πας τους βάτραχους σπίτι τους.</a:t>
            </a:r>
            <a:endParaRPr lang="en-US" dirty="0"/>
          </a:p>
        </p:txBody>
      </p:sp>
      <p:pic>
        <p:nvPicPr>
          <p:cNvPr id="4" name="2022-01-15 18-31-05">
            <a:hlinkClick r:id="" action="ppaction://media"/>
            <a:extLst>
              <a:ext uri="{FF2B5EF4-FFF2-40B4-BE49-F238E27FC236}">
                <a16:creationId xmlns:a16="http://schemas.microsoft.com/office/drawing/2014/main" xmlns="" id="{7443AF75-2266-437F-AA93-3A4EDAF315D6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xmlns="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100118" y="2183363"/>
            <a:ext cx="5143500" cy="4674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62047812"/>
      </p:ext>
    </p:extLst>
  </p:cSld>
  <p:clrMapOvr>
    <a:masterClrMapping/>
  </p:clrMapOvr>
  <p:transition>
    <p:comb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03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40909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xmlns="" id="{DDF045D3-6B82-4838-A2FD-1F678BA84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l-GR" dirty="0"/>
              <a:t>Λειτουργίες που δεν καταφέραμε να βάλουμε </a:t>
            </a:r>
            <a:endParaRPr lang="en-US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xmlns="" id="{41E22960-5455-4D50-AAEC-A7E8FBA55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l-GR" dirty="0"/>
              <a:t>Γενικά στην ομάδα μας είχαμε πολλές ιδέες για το πρόγραμμα. Θέλαμε να ενσωματώσουμε κάποιο είδους μουσικής, θέλαμε να έχουμε </a:t>
            </a:r>
            <a:r>
              <a:rPr lang="en-US" dirty="0"/>
              <a:t>power-ups </a:t>
            </a:r>
            <a:r>
              <a:rPr lang="el-GR" dirty="0"/>
              <a:t>και κάποια </a:t>
            </a:r>
            <a:r>
              <a:rPr lang="en-US" dirty="0"/>
              <a:t>easter eggs. </a:t>
            </a:r>
            <a:r>
              <a:rPr lang="el-GR" dirty="0"/>
              <a:t>Εν </a:t>
            </a:r>
            <a:r>
              <a:rPr lang="el-GR" dirty="0" smtClean="0"/>
              <a:t>τέλ</a:t>
            </a:r>
            <a:r>
              <a:rPr lang="el-GR" dirty="0" smtClean="0"/>
              <a:t>ει</a:t>
            </a:r>
            <a:r>
              <a:rPr lang="el-GR" dirty="0" smtClean="0"/>
              <a:t>, </a:t>
            </a:r>
            <a:r>
              <a:rPr lang="el-GR" dirty="0"/>
              <a:t>αν και δουλέψαμε κάποια από αυτά (π.χ. κώδικας για μουσική στο παιχνίδι) , δεν προλάβαμε να τα συμπεριλάβουμε.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234819173"/>
      </p:ext>
    </p:extLst>
  </p:cSld>
  <p:clrMapOvr>
    <a:masterClrMapping/>
  </p:clrMapOvr>
  <p:transition>
    <p:randomBar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xmlns="" id="{D3607EB2-7B66-4BD3-8F1A-466A49AC7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l-GR" dirty="0"/>
              <a:t>Ευχαριστούμε</a:t>
            </a:r>
            <a:endParaRPr lang="en-US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xmlns="" id="{ADED0B8E-A9D6-4EA3-8A20-E9B8A821B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2703" y="1885285"/>
            <a:ext cx="7796540" cy="4690927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el-GR" dirty="0"/>
              <a:t>Υπεύθυνος Ομάδας – Κ. </a:t>
            </a:r>
            <a:r>
              <a:rPr lang="el-GR" dirty="0" err="1"/>
              <a:t>Σγάρμπας</a:t>
            </a:r>
            <a:r>
              <a:rPr lang="el-GR" dirty="0"/>
              <a:t> Κυριάκος</a:t>
            </a:r>
          </a:p>
          <a:p>
            <a:pPr algn="ctr"/>
            <a:endParaRPr lang="el-GR" dirty="0"/>
          </a:p>
          <a:p>
            <a:pPr marL="0" indent="0" algn="ctr">
              <a:buNone/>
            </a:pPr>
            <a:r>
              <a:rPr lang="el-GR" dirty="0"/>
              <a:t>Άτομα Ομάδας : </a:t>
            </a:r>
          </a:p>
          <a:p>
            <a:pPr algn="ctr"/>
            <a:r>
              <a:rPr lang="el-GR" dirty="0"/>
              <a:t>Σαλιάρης Γεώργιος</a:t>
            </a:r>
          </a:p>
          <a:p>
            <a:pPr algn="ctr"/>
            <a:r>
              <a:rPr lang="el-GR" dirty="0"/>
              <a:t>Σπίνος Κωνσταντίνος</a:t>
            </a:r>
          </a:p>
          <a:p>
            <a:pPr algn="ctr"/>
            <a:r>
              <a:rPr lang="el-GR" dirty="0" err="1"/>
              <a:t>Χατζηιωάννου</a:t>
            </a:r>
            <a:r>
              <a:rPr lang="el-GR" dirty="0"/>
              <a:t> Φώτιος</a:t>
            </a:r>
          </a:p>
          <a:p>
            <a:pPr algn="ctr"/>
            <a:r>
              <a:rPr lang="el-GR" dirty="0"/>
              <a:t>Χρίστου Φίλιππος</a:t>
            </a:r>
          </a:p>
          <a:p>
            <a:pPr marL="0" indent="0" algn="ctr">
              <a:buNone/>
            </a:pPr>
            <a:endParaRPr lang="el-GR" dirty="0"/>
          </a:p>
          <a:p>
            <a:pPr marL="0" indent="0" algn="ctr">
              <a:buNone/>
            </a:pPr>
            <a:r>
              <a:rPr lang="el-GR" dirty="0"/>
              <a:t>1</a:t>
            </a:r>
            <a:r>
              <a:rPr lang="el-GR" baseline="30000" dirty="0"/>
              <a:t>ο</a:t>
            </a:r>
            <a:r>
              <a:rPr lang="el-GR" dirty="0"/>
              <a:t> Εξάμηνο </a:t>
            </a:r>
          </a:p>
          <a:p>
            <a:pPr marL="0" indent="0" algn="ctr">
              <a:buNone/>
            </a:pPr>
            <a:r>
              <a:rPr lang="el-GR" dirty="0"/>
              <a:t>2021-2022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39061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Μάντισον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{0EAD2BC9-F73B-407B-99E6-FC5196759354}tf16401375</Template>
  <TotalTime>108</TotalTime>
  <Words>369</Words>
  <Application>Microsoft Office PowerPoint</Application>
  <PresentationFormat>Προσαρμογή</PresentationFormat>
  <Paragraphs>27</Paragraphs>
  <Slides>8</Slides>
  <Notes>0</Notes>
  <HiddenSlides>0</HiddenSlides>
  <MMClips>1</MMClips>
  <ScaleCrop>false</ScaleCrop>
  <HeadingPairs>
    <vt:vector size="4" baseType="variant">
      <vt:variant>
        <vt:lpstr>Θέμα</vt:lpstr>
      </vt:variant>
      <vt:variant>
        <vt:i4>1</vt:i4>
      </vt:variant>
      <vt:variant>
        <vt:lpstr>Τίτλοι διαφανειών</vt:lpstr>
      </vt:variant>
      <vt:variant>
        <vt:i4>8</vt:i4>
      </vt:variant>
    </vt:vector>
  </HeadingPairs>
  <TitlesOfParts>
    <vt:vector size="9" baseType="lpstr">
      <vt:lpstr>Μάντισον</vt:lpstr>
      <vt:lpstr>FROGGER</vt:lpstr>
      <vt:lpstr>Η Ομάδα</vt:lpstr>
      <vt:lpstr>Το θέμα της εργασίας</vt:lpstr>
      <vt:lpstr>Το Menu</vt:lpstr>
      <vt:lpstr>Το Κυρίως Πρόγραμμα</vt:lpstr>
      <vt:lpstr>Το Παιχνίδι</vt:lpstr>
      <vt:lpstr>Λειτουργίες που δεν καταφέραμε να βάλουμε </vt:lpstr>
      <vt:lpstr>Ευχαριστούμε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FROGGER</dc:title>
  <dc:creator>fchatziioannou@office365.tuc.gr</dc:creator>
  <cp:lastModifiedBy>georg</cp:lastModifiedBy>
  <cp:revision>9</cp:revision>
  <dcterms:created xsi:type="dcterms:W3CDTF">2022-01-15T16:04:05Z</dcterms:created>
  <dcterms:modified xsi:type="dcterms:W3CDTF">2022-01-15T17:52:54Z</dcterms:modified>
</cp:coreProperties>
</file>
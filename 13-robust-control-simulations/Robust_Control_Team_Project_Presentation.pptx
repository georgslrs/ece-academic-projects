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E951-2C4B-4D68-AAE4-C68849847B9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254BD-852E-4BCF-9AD9-038689F84E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georg\Downloads\ChatGPT Image 28 Ιουν 2025, 08_51_55 π.μ.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331640" y="2564904"/>
            <a:ext cx="6336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TEAM PROJECT</a:t>
            </a: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ECE </a:t>
            </a:r>
            <a:r>
              <a:rPr lang="en-GB" sz="2400" dirty="0" err="1" smtClean="0">
                <a:solidFill>
                  <a:schemeClr val="bg1"/>
                </a:solidFill>
              </a:rPr>
              <a:t>upatras</a:t>
            </a:r>
            <a:endParaRPr lang="en-GB" sz="2400" dirty="0" smtClean="0">
              <a:solidFill>
                <a:schemeClr val="bg1"/>
              </a:solidFill>
            </a:endParaRP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2024-25</a:t>
            </a:r>
          </a:p>
          <a:p>
            <a:pPr algn="ctr"/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Inverted Pendulum (SISO)</a:t>
            </a: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Dual Rotor Drone (MIMO)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347864" y="314096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SISO </a:t>
            </a:r>
            <a:r>
              <a:rPr lang="en-GB" sz="2400" dirty="0">
                <a:solidFill>
                  <a:schemeClr val="bg1"/>
                </a:solidFill>
              </a:rPr>
              <a:t>S</a:t>
            </a:r>
            <a:r>
              <a:rPr lang="en-GB" sz="2400" dirty="0" smtClean="0">
                <a:solidFill>
                  <a:schemeClr val="bg1"/>
                </a:solidFill>
              </a:rPr>
              <a:t>YSTEM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Mathematical Modelling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Analysis &amp; Identification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Designing Controllers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Experimental Results/Simulation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347864" y="314096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MIMO </a:t>
            </a:r>
            <a:r>
              <a:rPr lang="en-GB" sz="2400" dirty="0">
                <a:solidFill>
                  <a:schemeClr val="bg1"/>
                </a:solidFill>
              </a:rPr>
              <a:t>S</a:t>
            </a:r>
            <a:r>
              <a:rPr lang="en-GB" sz="2400" dirty="0" smtClean="0">
                <a:solidFill>
                  <a:schemeClr val="bg1"/>
                </a:solidFill>
              </a:rPr>
              <a:t>YSTEM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Mathematical Modelling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Analysis &amp; Identification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Designing Controllers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Experimental Results/Simulation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Real-life applications for both of the systems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Closing/Conclusions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Some bibliography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28 Ιουν 2025, 08_51_55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347864" y="314096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End of Presentation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</Words>
  <Application>Microsoft Office PowerPoint</Application>
  <PresentationFormat>On-screen Show (4:3)</PresentationFormat>
  <Paragraphs>20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GEORGIOS SALIARHS</dc:creator>
  <cp:lastModifiedBy>GEORGIOS SALIARHS</cp:lastModifiedBy>
  <cp:revision>2</cp:revision>
  <dcterms:created xsi:type="dcterms:W3CDTF">2025-06-28T05:52:07Z</dcterms:created>
  <dcterms:modified xsi:type="dcterms:W3CDTF">2025-06-28T06:10:45Z</dcterms:modified>
</cp:coreProperties>
</file>